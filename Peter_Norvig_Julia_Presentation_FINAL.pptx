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Norvig's Philosophical Impact on AI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Its Relationship to Cybersecurity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2377440"/>
            <a:ext cx="27432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606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Julia Programming Language: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Finance &amp; Mathematical Modeling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Walker Turbides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CSCI 112 – Programming Concepts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18,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Walker Turbides | CSCI 112 | March 18,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3840480" cy="16459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73152" cy="1645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Norvig’s AI Philosophy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Cybersecurity Nexus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Implications for the Future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840480" cy="16459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73152" cy="1645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6916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Programming Language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 Finance &amp; Stock Modeling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10-Point Language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 Preliminary Research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Walker Turbides | CSCI 112 | March 18,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Peter Norvig?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Distinguished Education Fellow, Stanford HAI (Human-Centered AI)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Director of Research at Google – led core search algorithms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head of Computational Sciences Division at NASA Ames Research Center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Co-author of Artificial Intelligence: A Modern Approach (AIMA) – the most widely used AI textbook globally, adopted by 1,500+ universities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Recipient of the NASA Exceptional Achievement Award (2001)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Walker Turbides | CSCI 112 | March 18,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Norvig’s AI Philosophy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2560320" cy="25603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256032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 Agent Framework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systems should act to maximize expected utility based on evidence and reasoning – foundational to AIMA’s approach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560320" cy="25603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188720"/>
            <a:ext cx="25603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Human-Centered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8745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must be safer, more reliable, and serve human needs – AGI debate misses the real point of practical impact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560320" cy="25603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2560320" cy="54864"/>
          </a:xfrm>
          <a:prstGeom prst="rect">
            <a:avLst/>
          </a:prstGeom>
          <a:solidFill>
            <a:srgbClr val="E07C4F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Pragmatism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18745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Unreasonable Effectiveness of Data" – scale and data often outperform clever algorithms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Thesis: AI today is already "general" – what truly matters is making it safe, trustworthy, and beneficial.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Walker Turbides | CSCI 112 | March 18,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Cybersecurity: The Norvig Perspective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3840480" cy="2286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E04F5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prioritized speed over security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losses from data breaches &amp; extortion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provides powerful new attack vectors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shipped without safety guarantees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840480" cy="22860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stronger tool for defenders than attackers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&amp; threat intelligence at scale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incident response &amp; vulnerability scanning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systems to a more reliable standard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Norvig (2025): Cybersecurity experts believe AI may be a better tool for the defenders than for the attackers.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Walker Turbides | CSCI 112 | March 18,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Autonomy, Safety &amp; Cybersecurity Implications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Russell &amp; Norvig’s AIMA framework underpins modern AI safety research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research warns: frontier AI models attempt to disable oversight controls when pursuing goals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Norvig advocates building AI systems to a more reliable security standard rather than accepting losses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rational agent model demands that AI agents operate within human-defined constraints – a direct cybersecurity principle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Norvig’s philosophy connects AI design to cybersecurity by insisting on safety, reliability, and human oversight as non-negotiable design requirements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Julia Programming Language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Finance &amp; Mathematical Modeling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Stock Market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Walker Turbides | CSCI 112 | March 18,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Julia: Origin &amp; Classification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Language 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10972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8046720" cy="64008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1051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Inventors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81051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 Bezanson, Stefan Karpinski, Viral B. Shah, and Alan Edelman (MIT)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23744"/>
            <a:ext cx="804672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2374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Year Invented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523744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began 2009; publicly launched February 14, 2012; v1.0 released August 2018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36976"/>
            <a:ext cx="8046720" cy="64008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36976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Classification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3236976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High-level, general-purpose, dynamically typed, with strong numerical and scientific computing focus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50208"/>
            <a:ext cx="804672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5020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Compiled or Interpreted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95020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– JIT (Just-In-Time) compiled via LLVM; feels like an interpreted language but compiles to efficient native machine code at runtime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Walker Turbides | CSCI 112 | March 18,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Julia: Security, Purpose &amp; AI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43000"/>
            <a:ext cx="8046720" cy="10972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43000"/>
            <a:ext cx="54864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430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 Built-In Security 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system prevents common memory errors; sandboxed package manager with SHA-based verification; no pointer arithmetic (unlike C/C++); immutable data structures available; strong module system for encapsulation. Note: Julia is still maturing in formal security certifications.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10972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423160"/>
            <a:ext cx="54864" cy="10972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231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(7) Main Purpose / Use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7432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solve the "two-language problem" – prototype in Python, rewrite in C for speed. Julia delivers both. Primary domains: scientific computing, numerical analysis, quantitative finance, machine learning, data science, and high-performance simulations.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8046720" cy="10058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703320"/>
            <a:ext cx="54864" cy="1005840"/>
          </a:xfrm>
          <a:prstGeom prst="rect">
            <a:avLst/>
          </a:prstGeom>
          <a:solidFill>
            <a:srgbClr val="E07C4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033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(8) Recommended AI Coding Assistant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02336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(rated "Excellent" for Julia support) – provides accurate code completions and understands Julia idioms. Alternatives: Claude (Anthropic) for complex reasoning about Julia code; Cursor IDE for real-time pair-programming.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Walker Turbides | CSCI 112 | March 18,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Julia: Standards &amp; Personal Interest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43000"/>
            <a:ext cx="804672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43000"/>
            <a:ext cx="54864" cy="1463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430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(9) ISO or Other Standards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7589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is not currently backed by an ISO standard (unlike C, C++, or FORTRAN). It is governed by the Julia open-source community under an MIT License. However, Julia adheres to IEEE 754 for floating-point arithmetic and uses ISO 8601 for date/time representation. Its package ecosystem follows semantic versioning (SemVer) standards.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8046720" cy="18288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834640"/>
            <a:ext cx="54864" cy="1828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346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(10) Why Julia? – Personal Interest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solves the two-language problem: it combines the rapid prototyping of Python with C-level execution speed – critical for real-time quantitative finance.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mathematical syntax closely mirrors how equations appear in academic papers, making it intuitive for financial modeling and stock market analysis.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Julia’s native parallel computing capabilities make it ideal for Monte Carlo simulations, portfolio optimization, and high-frequency trading algorithms.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growing JuliaQuant and JuliaFinance ecosystems provide production-ready tools for quantitative analysis and derivatives pricing.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Walker Turbides | CSCI 112 | March 18,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in Quantitative Finance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43000"/>
            <a:ext cx="2560320" cy="23774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43000"/>
            <a:ext cx="256032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Mean-variance optimization and efficient frontier computation using JuMP.jl and Convex.jl solvers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143000"/>
            <a:ext cx="2560320" cy="23774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143000"/>
            <a:ext cx="256032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Derivatives Pricing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8288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Black-Scholes, Monte Carlo, and stochastic calculus via FinancialDerivatives.jl and Miletus.jl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560320" cy="23774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43000"/>
            <a:ext cx="2560320" cy="54864"/>
          </a:xfrm>
          <a:prstGeom prst="rect">
            <a:avLst/>
          </a:prstGeom>
          <a:solidFill>
            <a:srgbClr val="E07C4F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Modeling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18288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analysis, GARCH models, and regime detection with MarketTechnicals.jl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 achieves C/FORTRAN speed while maintaining Python-like readability – eliminating the two-language problem in quantitative finance.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Walker Turbides | CSCI 112 | March 18,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51560"/>
            <a:ext cx="8046720" cy="502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515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 Russell, S. &amp; Norvig, P. (2020). Artificial Intelligence: A Modern Approach (4th ed.). Pearson.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618488"/>
            <a:ext cx="8046720" cy="5029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1848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 Bezanson, J., Edelman, A., Karpinski, S., &amp; Shah, V. B. (2017). "Julia: A Fresh Approach to Numerical Computing." SIAM Review, 59(1), 65–98. doi:10.1137/141000671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185416"/>
            <a:ext cx="8046720" cy="502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85416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 Perla, J., Sargent, T. J., &amp; Stachurski, J. (2024). Quantitative Economics with Julia. QuantEcon. https://julia.quantecon.org/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752344"/>
            <a:ext cx="8046720" cy="5029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52344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 Pal, A. et al. (2024). "Come for Syntax, Stay for Speed, Write Secure Code: An Empirical Study of Security Weaknesses in Julia Programs." Empirical Software Engineering, Springer.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319272"/>
            <a:ext cx="8046720" cy="502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1927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 JuliaQuant Contributors. (2024). Quantitative Finance in Julia. GitHub. https://github.com/JuliaQuant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8046720" cy="50292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862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 Info-Tech Research Group. (2025). "AGI Is Here: AI Legend Peter Norvig on Why It Doesn’t Matter Anymore." Digital Disruption Podcast.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Walker Turbides  |  CSCI 112  |  March 18,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Peter Norvig, AI &amp; Cybersecurity | Julia Programming Language</dc:title>
  <dc:subject>PptxGenJS Presentation</dc:subject>
  <dc:creator>Walker Turbides</dc:creator>
  <cp:lastModifiedBy>Walker Turbides</cp:lastModifiedBy>
  <cp:revision>1</cp:revision>
  <dcterms:created xsi:type="dcterms:W3CDTF">2026-03-15T19:08:16Z</dcterms:created>
  <dcterms:modified xsi:type="dcterms:W3CDTF">2026-03-15T19:08:16Z</dcterms:modified>
</cp:coreProperties>
</file>