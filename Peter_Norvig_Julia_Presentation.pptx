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Peter Norvig's Philosophical Impact on AI</a:t>
            </a:r>
            <a:endParaRPr lang="en-US" sz="3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The Julia Programming Language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Intelligence, Cybersecurity &amp; Quantitative Finance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3200400" cy="0"/>
          </a:xfrm>
          <a:prstGeom prst="line">
            <a:avLst/>
          </a:prstGeom>
          <a:noFill/>
          <a:ln w="25400">
            <a:solidFill>
              <a:srgbClr val="2E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Turbides  |  March 18,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E8B8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74904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I: Peter Norvig &amp; 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Peter Norvig?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Philosophy: AIMA &amp; Probabilistic Reasoning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Modern AI Systems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Cybersecurity Nexus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329184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749040" cy="45720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II: Julia Language Research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Origins &amp; Inventors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Compilation Model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 &amp; Standards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Finance Applications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Assistants &amp; References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Turbides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Peter Norvig: A Titan of Artificial Intelligence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Research at Google (2001–2023); previously led NASA Ames’ Computational Sciences Division. Co-author of the most widely used AI textbook globally.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Co-authored Artificial Intelligence: A Modern Approach (AIMA) with Stuart Russell, now in its 4th edition—the definitive AI textbook used by 1,500+ universities in 135 countries.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Philosophical Stance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Advocates a probabilistic, data-driven approach to AI rather than purely symbolic reasoning. Champions rational agent design—systems that perceive, decide, and act optimally under uncertainty.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097280"/>
            <a:ext cx="2743200" cy="100584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097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using AIMA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2377440"/>
            <a:ext cx="2743200" cy="100584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2377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4th Edition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9436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AIMA (2020)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3657600"/>
            <a:ext cx="2743200" cy="100584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3657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94360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Reached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Turbides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Philosophy Meets Cybersecurity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749040" cy="15544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155448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612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Agents in Defense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Norvig's rational agent framework—perceive, reason, act—maps directly to modern intrusion detection systems (IDS) and automated threat response platforms.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749040" cy="15544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64008" cy="155448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612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Threat Modeling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networks and probabilistic reasoning, central to AIMA, underpin anomaly detection in SIEM systems, enabling security teams to quantify threat likelihood.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3749040" cy="15544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880360"/>
            <a:ext cx="64008" cy="155448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SOCs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3832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Norvig's emphasis on learning from data drives today's ML-powered Security Operations Centers—identifying zero-day exploits and advanced persistent threats (APTs).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749040" cy="15544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64008" cy="155448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AI Considerations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3832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work raises critical questions about adversarial machine learning: attackers can manipulate AI models, requiring robust, explainable AI in security-critical systems.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Turbides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Julia Programming Language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Computing for Quantitative Finance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Mathematical Modeling of Financial Markets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0"/>
          </a:xfrm>
          <a:prstGeom prst="line">
            <a:avLst/>
          </a:prstGeom>
          <a:noFill/>
          <a:ln w="25400">
            <a:solidFill>
              <a:srgbClr val="2E8B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E8B8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Julia: Origins &amp; Language Classification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931920" cy="365760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393192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Identity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Bezanson, Stefan Karpinski,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B. Shah, Alan Edelman (MIT)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Invented: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(public release February 14, 2012)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3337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High-level, general-purpose language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domain strength in technical computing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JIT-compiled via LLVM (compiles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machine code at runtime)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051560"/>
            <a:ext cx="3840480" cy="365760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051560"/>
            <a:ext cx="3840480" cy="45720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051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Julia Stands Out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16916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"two-language problem"—prototype in one language, deploy in another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C-like speed with Python-like syntax; benchmarks rival Fortran and C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dispatch as core paradigm—functions specialize by argument types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parallelism and distributed computing support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metaprogramming with Lisp-inspired macros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from day one for scientific and numerical computing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Turbides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Features &amp; Standards Compliance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931920" cy="356616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356616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Security Features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Safety: Strong type system catches errors at compile time via JIT, preventing type-confusion vulnerabilities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Safety: Automatic garbage collection eliminates buffer overflow and use-after-free exploits common in C/C++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Checking: Array access is bounds-checked by default, preventing out-of-bounds memory reads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Package Manager (Pkg): Built-in dependency management with reproducible environments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Pointer Arithmetic: Unlike C, Julia does not expose raw pointers, reducing exploitation surface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840480" cy="356616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64008" cy="35661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Governance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160020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currently ISO-standardized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is governed by the Julia Project and the Julia Computing (now JuliaHub) organization under an MIT open-source license.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not ISO-backed, Julia conforms to IEEE 754 floating-point arithmetic standards—critical for financial computation accuracy.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specification is community-driven with a formal RFC process and governed by a steering committee of its original creators.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Turbides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Julia in Quantitative Finance &amp; Stock Market Modeling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has emerged as a leading language for quantitative finance, combining the mathematical expressiveness needed for stochastic calculus with the computational speed required for real-time portfolio optimization and risk analysis.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560320" cy="24688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256032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22860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JuMP.jl enables convex optimization for Markowitz mean-variance models. BlackRock and other asset managers use Julia for large-scale portfolio construction with thousands of constraints.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560320" cy="24688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600200"/>
            <a:ext cx="256032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 Pricing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2148840"/>
            <a:ext cx="22860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of exotic options runs 10–50x faster than Python. Julia’s native support for complex numbers and arbitrary precision makes it ideal for Black-Scholes extensions.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2560320" cy="24688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600200"/>
            <a:ext cx="256032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148840"/>
            <a:ext cx="22860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Value-at-Risk (VaR), CVaR, and stress testing models benefit from Julia’s parallelism. The Federal Reserve Bank of New York adopted Julia for DSGE macroeconomic modeling.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Packages:  JuMP.jl  |  QuantLib.jl  |  Ito.jl  |  MarketData.jl  |  DifferentialEquations.jl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Turbides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Coding Assistants for Julia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128016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64008" cy="128016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GitHub Copilot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Julia support with context-aware autocomplete, docstring generation, and inline code suggestions. Copilot’s training corpus includes extensive Julia open-source code, providing strong coverage of scientific computing patterns and financial modeling idioms.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2468880" cy="210312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Julia code generation, debugging, and explaining complex mathematical implementations. Strong at translating financial models into Julia syntax.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514600"/>
            <a:ext cx="2468880" cy="210312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Code Assist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Google’s AI assistant with solid Julia support. Integrates with VS Code and JetBrains IDEs. Particularly useful for Google Cloud deployments.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2514600"/>
            <a:ext cx="2468880" cy="210312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Codeium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017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editors with growing Julia support. Cursor excels at multi-file refactoring; Codeium offers free-tier access for academic and personal projects.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Turbides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 Chose Julia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Julia bridges the gap between mathematical theory and computational practice—it lets you write code that reads like a textbook equation and runs like optimized 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560320" cy="24688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2560320" cy="41148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Cybersecurity Connection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Julia’s memory safety and type system align with secure-by-design principles. As AI-driven cybersecurity tools grow, Julia’s performance makes it ideal for real-time threat analysis—connecting Norvig’s AI vision to practical defense.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2194560"/>
            <a:ext cx="2560320" cy="24688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194560"/>
            <a:ext cx="2560320" cy="41148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194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Power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interest in mathematical modeling of financial markets drew me to Julia’s ability to express stochastic differential equations natively. The Federal Reserve’s adoption validated its enterprise readiness for serious quantitative work.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2560320" cy="24688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2194560"/>
            <a:ext cx="2560320" cy="41148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194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Language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Julia’s growth trajectory, institutional adoption, and alignment with both AI and high-performance computing make it a strategic choice. It embodies the intersection of the topics explored in this presentation.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Turbides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Russell, S., &amp; Norvig, P. (2020). Artificial Intelligence: A Modern Approach (4th ed.). Pearson. — The foundational AI textbook establishing rational agent theory and probabilistic reasoning frameworks.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Bezanson, J., Edelman, A., Karpinski, S., &amp; Shah, V. B. (2017). Julia: A fresh approach to numerical computing. SIAM Review, 59(1), 65–98. https://doi.org/10.1137/141000671 — The seminal paper on Julia’s design philosophy and performance benchmarks.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Perkel, J. M. (2019). Julia: Come for the syntax, stay for the speed. Nature, 572(7767), 141–142. https://doi.org/10.1038/d41586-019-02310-3 — Nature’s analysis of Julia’s adoption in scientific computing.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Dunning, I., Huchette, J., &amp; Lubin, M. (2017). JuMP: A modeling language for mathematical optimization. SIAM Review, 59(2), 295–320. https://doi.org/10.1137/15M1020575 — The JuMP optimization framework used in quantitative finance.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Buczak, A. L., &amp; Guven, E. (2016). A survey of data mining and machine learning methods for cyber security intrusion detection. IEEE Communications Surveys &amp; Tutorials, 18(2), 1153–1176. https://doi.org/10.1109/COMST.2015.2494502 — Comprehensive survey linking ML/AI methods to cybersecurity applications.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pPr indent="0" marL="0">
              <a:buNone/>
            </a:pPr>
            <a:r>
              <a:rPr lang="en-US" sz="1100" dirty="0">
                <a:solidFill>
                  <a:srgbClr val="2C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Federal Reserve Bank of New York. (2015). DSGE models at the Federal Reserve: Estimation and forecasting with Julia. Liberty Street Economics Blog. — Case study of Julia adoption for macroeconomic modeling at the Fed.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Turbides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468880"/>
            <a:ext cx="2743200" cy="0"/>
          </a:xfrm>
          <a:prstGeom prst="line">
            <a:avLst/>
          </a:prstGeom>
          <a:noFill/>
          <a:ln w="25400">
            <a:solidFill>
              <a:srgbClr val="2E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Turbides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18,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E8B8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Peter Norvig AI Philosophy &amp; Julia for Quantitative Finance</dc:title>
  <dc:subject>PptxGenJS Presentation</dc:subject>
  <dc:creator>Walker Turbides</dc:creator>
  <cp:lastModifiedBy>Walker Turbides</cp:lastModifiedBy>
  <cp:revision>1</cp:revision>
  <dcterms:created xsi:type="dcterms:W3CDTF">2026-03-15T18:13:15Z</dcterms:created>
  <dcterms:modified xsi:type="dcterms:W3CDTF">2026-03-15T18:13:15Z</dcterms:modified>
</cp:coreProperties>
</file>