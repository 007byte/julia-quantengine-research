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9E8A1-B088-4B5B-B3BE-508DB77D271A}" v="7" dt="2026-02-01T12:47:08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r Yturbides" userId="781ba42c-e851-4c80-b78c-8b29edbc8d25" providerId="ADAL" clId="{8D3EF932-B657-413F-8E98-022242CE1737}"/>
    <pc:docChg chg="undo custSel modSld">
      <pc:chgData name="Walker Yturbides" userId="781ba42c-e851-4c80-b78c-8b29edbc8d25" providerId="ADAL" clId="{8D3EF932-B657-413F-8E98-022242CE1737}" dt="2026-02-01T12:47:36.465" v="91" actId="20577"/>
      <pc:docMkLst>
        <pc:docMk/>
      </pc:docMkLst>
      <pc:sldChg chg="modSp mod">
        <pc:chgData name="Walker Yturbides" userId="781ba42c-e851-4c80-b78c-8b29edbc8d25" providerId="ADAL" clId="{8D3EF932-B657-413F-8E98-022242CE1737}" dt="2026-02-01T12:45:46.462" v="56" actId="20577"/>
        <pc:sldMkLst>
          <pc:docMk/>
          <pc:sldMk cId="0" sldId="256"/>
        </pc:sldMkLst>
        <pc:spChg chg="mod">
          <ac:chgData name="Walker Yturbides" userId="781ba42c-e851-4c80-b78c-8b29edbc8d25" providerId="ADAL" clId="{8D3EF932-B657-413F-8E98-022242CE1737}" dt="2026-02-01T12:45:46.462" v="5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Walker Yturbides" userId="781ba42c-e851-4c80-b78c-8b29edbc8d25" providerId="ADAL" clId="{8D3EF932-B657-413F-8E98-022242CE1737}" dt="2026-02-01T12:45:33.487" v="40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5:58.102" v="58" actId="14100"/>
        <pc:sldMkLst>
          <pc:docMk/>
          <pc:sldMk cId="0" sldId="257"/>
        </pc:sldMkLst>
        <pc:spChg chg="mod">
          <ac:chgData name="Walker Yturbides" userId="781ba42c-e851-4c80-b78c-8b29edbc8d25" providerId="ADAL" clId="{8D3EF932-B657-413F-8E98-022242CE1737}" dt="2026-02-01T12:45:58.102" v="58" actId="14100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6:15.880" v="63" actId="14100"/>
        <pc:sldMkLst>
          <pc:docMk/>
          <pc:sldMk cId="0" sldId="259"/>
        </pc:sldMkLst>
        <pc:spChg chg="mod">
          <ac:chgData name="Walker Yturbides" userId="781ba42c-e851-4c80-b78c-8b29edbc8d25" providerId="ADAL" clId="{8D3EF932-B657-413F-8E98-022242CE1737}" dt="2026-02-01T12:46:15.880" v="63" actId="14100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6:25.434" v="65" actId="14100"/>
        <pc:sldMkLst>
          <pc:docMk/>
          <pc:sldMk cId="0" sldId="260"/>
        </pc:sldMkLst>
        <pc:spChg chg="mod">
          <ac:chgData name="Walker Yturbides" userId="781ba42c-e851-4c80-b78c-8b29edbc8d25" providerId="ADAL" clId="{8D3EF932-B657-413F-8E98-022242CE1737}" dt="2026-02-01T12:46:25.434" v="65" actId="14100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6:33.786" v="67" actId="14100"/>
        <pc:sldMkLst>
          <pc:docMk/>
          <pc:sldMk cId="0" sldId="261"/>
        </pc:sldMkLst>
        <pc:spChg chg="mod">
          <ac:chgData name="Walker Yturbides" userId="781ba42c-e851-4c80-b78c-8b29edbc8d25" providerId="ADAL" clId="{8D3EF932-B657-413F-8E98-022242CE1737}" dt="2026-02-01T12:46:33.786" v="67" actId="14100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6:44.140" v="69" actId="14100"/>
        <pc:sldMkLst>
          <pc:docMk/>
          <pc:sldMk cId="0" sldId="262"/>
        </pc:sldMkLst>
        <pc:spChg chg="mod">
          <ac:chgData name="Walker Yturbides" userId="781ba42c-e851-4c80-b78c-8b29edbc8d25" providerId="ADAL" clId="{8D3EF932-B657-413F-8E98-022242CE1737}" dt="2026-02-01T12:46:44.140" v="69" actId="14100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7:01.170" v="71" actId="14100"/>
        <pc:sldMkLst>
          <pc:docMk/>
          <pc:sldMk cId="0" sldId="264"/>
        </pc:sldMkLst>
        <pc:spChg chg="mod">
          <ac:chgData name="Walker Yturbides" userId="781ba42c-e851-4c80-b78c-8b29edbc8d25" providerId="ADAL" clId="{8D3EF932-B657-413F-8E98-022242CE1737}" dt="2026-02-01T12:47:01.170" v="71" actId="14100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7:14.321" v="74" actId="14100"/>
        <pc:sldMkLst>
          <pc:docMk/>
          <pc:sldMk cId="0" sldId="265"/>
        </pc:sldMkLst>
        <pc:spChg chg="mod">
          <ac:chgData name="Walker Yturbides" userId="781ba42c-e851-4c80-b78c-8b29edbc8d25" providerId="ADAL" clId="{8D3EF932-B657-413F-8E98-022242CE1737}" dt="2026-02-01T12:47:10.618" v="73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Walker Yturbides" userId="781ba42c-e851-4c80-b78c-8b29edbc8d25" providerId="ADAL" clId="{8D3EF932-B657-413F-8E98-022242CE1737}" dt="2026-02-01T12:47:14.321" v="74" actId="14100"/>
          <ac:spMkLst>
            <pc:docMk/>
            <pc:sldMk cId="0" sldId="265"/>
            <ac:spMk id="11" creationId="{00000000-0000-0000-0000-000000000000}"/>
          </ac:spMkLst>
        </pc:spChg>
      </pc:sldChg>
      <pc:sldChg chg="modSp mod">
        <pc:chgData name="Walker Yturbides" userId="781ba42c-e851-4c80-b78c-8b29edbc8d25" providerId="ADAL" clId="{8D3EF932-B657-413F-8E98-022242CE1737}" dt="2026-02-01T12:47:36.465" v="91" actId="20577"/>
        <pc:sldMkLst>
          <pc:docMk/>
          <pc:sldMk cId="0" sldId="266"/>
        </pc:sldMkLst>
        <pc:spChg chg="mod">
          <ac:chgData name="Walker Yturbides" userId="781ba42c-e851-4c80-b78c-8b29edbc8d25" providerId="ADAL" clId="{8D3EF932-B657-413F-8E98-022242CE1737}" dt="2026-02-01T12:47:36.465" v="91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Walker Yturbides" userId="781ba42c-e851-4c80-b78c-8b29edbc8d25" providerId="ADAL" clId="{8D3EF932-B657-413F-8E98-022242CE1737}" dt="2026-02-01T12:47:22.726" v="75" actId="14100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ED-444B-B070-5D30167A5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DB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30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Cover slide
- Replace title/subtitle/date/presenter.
- Keep the left accent bar for consistency.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Brand guideline reference slide
- Update website text if needed.
- If your brand has official fonts/colors, replace these swatches and re-save as a template.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Section divider
- Duplicate this slide to break up sections.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Title + bullets + visual
- Keep bullet list concise (3–6 bullets).
- Replace the image placeholder with your own visual.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Two-column
- Use to compare options or list parallel streams.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Image focus
- Replace placeholder rectangle with your image; keep caption short.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Chart layout
- Edit the series values and labels in the chart.
- Use the right-side cards for key KPIs or commentary.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Quote slide
- Use sparingly (1–2 per deck) for emphasis.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Agenda/timeline
- Edit the 5 cards (add/remove as needed).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Appendix slide
- Use light grey background to distinguish appendix.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[Layout Notes]
- Closing slide
- Swap in your preferred contact email.
[Sources]
- Logo provided by the user (no external sources).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Y_Logo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58736"/>
            <a:ext cx="3611880" cy="3906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mnt/data/WY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21" y="685800"/>
            <a:ext cx="887758" cy="960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20574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886968" y="3063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/ client / event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86968" y="3657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YYYY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86968" y="6217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Yturbides| Title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098280" y="6217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(Template Slide)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• Typography • Logo usage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76677" y="6574536"/>
            <a:ext cx="2592058" cy="22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822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essentials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868680" y="1600200"/>
            <a:ext cx="1828800" cy="640080"/>
          </a:xfrm>
          <a:prstGeom prst="roundRect">
            <a:avLst/>
          </a:prstGeom>
          <a:solidFill>
            <a:srgbClr val="0B0D1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2313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#0B0D12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1600200"/>
            <a:ext cx="1828800" cy="64008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80360" y="2313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8036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#1A1F2A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92040" y="1600200"/>
            <a:ext cx="1828800" cy="640080"/>
          </a:xfrm>
          <a:prstGeom prst="roundRect">
            <a:avLst/>
          </a:prstGeom>
          <a:solidFill>
            <a:srgbClr val="C7CBD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2040" y="2313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#C7CBD1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8680" y="2971800"/>
            <a:ext cx="1828800" cy="6400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#F4F5F7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880360" y="2971800"/>
            <a:ext cx="1828800" cy="640080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88036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880360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#2F6BFF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086600" y="1572768"/>
            <a:ext cx="4251960" cy="23317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609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60920" y="20574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Calibri Bold, 34–48 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Subheading: Calibri, 18–24 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Calibri, 16–20 pt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lines short; use 3–6 bullets max.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086600" y="4069080"/>
            <a:ext cx="4251960" cy="2377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6092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usage</a:t>
            </a:r>
            <a:endParaRPr lang="en-US" sz="1800" dirty="0"/>
          </a:p>
        </p:txBody>
      </p:sp>
      <p:pic>
        <p:nvPicPr>
          <p:cNvPr id="33" name="Image 1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098" y="4526280"/>
            <a:ext cx="845484" cy="9144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458200" y="45262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placement: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Cover: top-left + watermark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Interior: top bar badge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clear space ≈ 1/2 logo width.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Y_Logo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52796"/>
            <a:ext cx="3337560" cy="3609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68680" y="27889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86968" y="35844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section description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subtitle / context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868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in one sentence goes here.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051560" y="1508760"/>
            <a:ext cx="64008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supporting point with a short line of text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point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point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818120" y="1508760"/>
            <a:ext cx="3520440" cy="2788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1E5EA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73568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 image / diagram here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44805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73568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takeaway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comparisons, pros/cons, or two workstreams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8680" y="1051560"/>
            <a:ext cx="5044288" cy="5074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78728" y="1051560"/>
            <a:ext cx="5044288" cy="5074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123444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53048" y="123444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88720" y="1737360"/>
            <a:ext cx="440420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98768" y="1737360"/>
            <a:ext cx="440420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Diagram Focus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screenshots, process diagrams, or photos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8680" y="1143000"/>
            <a:ext cx="10469880" cy="45262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1E5EA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10012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full-width image here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what should the audience notice?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Metrics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KPIs, progress, results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8686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headline: +25% QoQ growth</a:t>
            </a:r>
            <a:endParaRPr lang="en-US" sz="26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868680" y="146304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7543800" y="1508760"/>
            <a:ext cx="3794760" cy="12801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72400" y="1645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0" y="18928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7772400" y="24688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year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543800" y="3063240"/>
            <a:ext cx="3794760" cy="12801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772400" y="3200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72400" y="344728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7772400" y="40233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543800" y="4617720"/>
            <a:ext cx="3794760" cy="12801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772400" y="47548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72400" y="50017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7772400" y="5577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Y_Logo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902243"/>
            <a:ext cx="3246120" cy="35107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05840" y="214884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clear, memorable quote that supports the narrative.”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24128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Name, Title / Organization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Timeline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flow of the deck or project phases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574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868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flow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868680" y="1600200"/>
            <a:ext cx="2075688" cy="28346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33272" y="18013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33272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69848" y="2441448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69848" y="2807208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here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69848" y="3520440"/>
            <a:ext cx="1673352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9848" y="3630168"/>
            <a:ext cx="1673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detail line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081528" y="1600200"/>
            <a:ext cx="2075688" cy="28346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46120" y="18013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4612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282696" y="2441448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282696" y="2807208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82696" y="3520440"/>
            <a:ext cx="1673352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82696" y="3630168"/>
            <a:ext cx="1673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detail line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294376" y="1600200"/>
            <a:ext cx="2075688" cy="28346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58968" y="18013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58968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95544" y="2441448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495544" y="2807208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95544" y="3520440"/>
            <a:ext cx="1673352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495544" y="3630168"/>
            <a:ext cx="1673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detail line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507224" y="1600200"/>
            <a:ext cx="2075688" cy="28346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671816" y="18013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671816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708392" y="2441448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7708392" y="2807208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708392" y="3520440"/>
            <a:ext cx="1673352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708392" y="3630168"/>
            <a:ext cx="1673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detail line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720072" y="1600200"/>
            <a:ext cx="2075688" cy="28346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6E8EC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884664" y="18013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884664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921240" y="2441448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9921240" y="2807208"/>
            <a:ext cx="1673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actions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9921240" y="3520440"/>
            <a:ext cx="1673352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921240" y="3630168"/>
            <a:ext cx="16733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detail 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" y="100584"/>
            <a:ext cx="566928" cy="566928"/>
          </a:xfrm>
          <a:prstGeom prst="round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60" y="100584"/>
            <a:ext cx="52420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56616"/>
            <a:ext cx="93570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6528816"/>
            <a:ext cx="11094415" cy="0"/>
          </a:xfrm>
          <a:prstGeom prst="line">
            <a:avLst/>
          </a:prstGeom>
          <a:noFill/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574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00162" y="6574536"/>
            <a:ext cx="24685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More, Learn More, Change the Globe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4" y="6574536"/>
            <a:ext cx="381305" cy="22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8686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Title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68680" y="1508760"/>
            <a:ext cx="10469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1783080"/>
            <a:ext cx="9921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tables, backup charts, or details here.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Y_Logo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58736"/>
            <a:ext cx="3611880" cy="3906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mnt/data/WY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5" y="731520"/>
            <a:ext cx="803210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25603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86968" y="3520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r>
              <a:rPr lang="en-US" sz="180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Yturbides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1368734" y="6400800"/>
            <a:ext cx="34652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873</Words>
  <Application>Microsoft Office PowerPoint</Application>
  <PresentationFormat>Widescreen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 Master Template</dc:title>
  <dc:subject>WY Master Template</dc:subject>
  <dc:creator>WY Company</dc:creator>
  <cp:lastModifiedBy>Walker Yturbides</cp:lastModifiedBy>
  <cp:revision>1</cp:revision>
  <dcterms:created xsi:type="dcterms:W3CDTF">2026-02-01T12:42:15Z</dcterms:created>
  <dcterms:modified xsi:type="dcterms:W3CDTF">2026-02-01T12:47:39Z</dcterms:modified>
</cp:coreProperties>
</file>